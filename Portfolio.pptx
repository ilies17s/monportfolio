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65" r:id="rId3"/>
    <p:sldId id="266" r:id="rId4"/>
    <p:sldId id="259" r:id="rId5"/>
    <p:sldId id="263" r:id="rId6"/>
    <p:sldId id="260" r:id="rId7"/>
    <p:sldId id="261" r:id="rId8"/>
    <p:sldId id="262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2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028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31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74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10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603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1489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4991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229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770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92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136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463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5911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1668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336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5598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9039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F86A42A-EEEA-4A78-95A2-B61FCE61DB65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C9B51-8B0C-40F6-B6E2-B056F15CF7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6127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ACA9E80-9597-5B59-0BF3-AD3204D09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>
            <a:normAutofit/>
          </a:bodyPr>
          <a:lstStyle/>
          <a:p>
            <a:pPr algn="ctr"/>
            <a:r>
              <a:rPr lang="fr-FR" sz="8000"/>
              <a:t>Portfolio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3F269D-5871-8BAF-7E87-FEFE5415F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505" y="4777380"/>
            <a:ext cx="10260990" cy="1209763"/>
          </a:xfrm>
        </p:spPr>
        <p:txBody>
          <a:bodyPr>
            <a:normAutofit/>
          </a:bodyPr>
          <a:lstStyle/>
          <a:p>
            <a:pPr algn="ctr"/>
            <a:endParaRPr lang="fr-FR" sz="24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13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C70D17-9B2C-07A9-F04C-050537B5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5B4B7C-C0E4-89EE-DB63-5A6858F1E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UcPeriod"/>
            </a:pPr>
            <a:r>
              <a:rPr lang="fr-FR" dirty="0"/>
              <a:t>Présentation</a:t>
            </a:r>
          </a:p>
          <a:p>
            <a:pPr marL="514350" indent="-514350">
              <a:buAutoNum type="romanUcPeriod"/>
            </a:pPr>
            <a:r>
              <a:rPr lang="fr-FR" dirty="0"/>
              <a:t>Projets réalisés </a:t>
            </a:r>
          </a:p>
          <a:p>
            <a:pPr marL="514350" indent="-514350">
              <a:buFont typeface="Wingdings 3" charset="2"/>
              <a:buAutoNum type="romanUcPeriod"/>
            </a:pPr>
            <a:r>
              <a:rPr lang="fr-FR" dirty="0"/>
              <a:t>Tableau de synthèse des compétences validées</a:t>
            </a:r>
          </a:p>
          <a:p>
            <a:pPr marL="514350" indent="-514350">
              <a:buFont typeface="Wingdings 3" charset="2"/>
              <a:buAutoNum type="romanUcPeriod"/>
            </a:pPr>
            <a:r>
              <a:rPr lang="fr-FR" dirty="0"/>
              <a:t>Compte rendu des expériences professionnels</a:t>
            </a:r>
          </a:p>
          <a:p>
            <a:pPr marL="514350" indent="-514350">
              <a:buFont typeface="Wingdings 3" charset="2"/>
              <a:buAutoNum type="romanUcPeriod"/>
            </a:pPr>
            <a:r>
              <a:rPr lang="fr-FR" dirty="0"/>
              <a:t>Veilles technologiques</a:t>
            </a:r>
          </a:p>
          <a:p>
            <a:pPr marL="514350" indent="-514350">
              <a:buFont typeface="Wingdings 3" charset="2"/>
              <a:buAutoNum type="romanUcPeriod"/>
            </a:pPr>
            <a:r>
              <a:rPr lang="fr-FR" dirty="0"/>
              <a:t>Conclusion</a:t>
            </a:r>
          </a:p>
          <a:p>
            <a:pPr marL="514350" indent="-514350">
              <a:buAutoNum type="romanUcPeriod"/>
            </a:pPr>
            <a:endParaRPr lang="fr-FR" dirty="0"/>
          </a:p>
          <a:p>
            <a:pPr marL="514350" indent="-514350">
              <a:buAutoNum type="roman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5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CDED77-E00E-1A56-71D8-0567F0C0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I.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2429B9-858F-A00A-5849-D6A0A1D08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Bac STI2D -&gt; EPITECH -&gt; BTS SIO</a:t>
            </a:r>
          </a:p>
          <a:p>
            <a:pPr marL="0" indent="0">
              <a:buNone/>
            </a:pPr>
            <a:r>
              <a:rPr lang="fr-FR" dirty="0"/>
              <a:t>BTS SIO SLAM -&gt; IA risque métier</a:t>
            </a:r>
          </a:p>
          <a:p>
            <a:pPr marL="0" indent="0">
              <a:buNone/>
            </a:pPr>
            <a:r>
              <a:rPr lang="fr-FR" dirty="0"/>
              <a:t>Métier -&gt; chef de projet en cybersécurité -&gt; étranger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42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0A84B79-42A7-4AD9-A72A-3A3580147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05D1028C-0ECA-4950-9153-E1DB1EF5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2B451D5-41B9-FC5D-DD66-98BD4C28F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80711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II. Projets réalisés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F9CD3EF-9D65-E519-D913-733C04512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2548281"/>
            <a:ext cx="5114093" cy="365438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Shopify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E-Students (</a:t>
            </a:r>
            <a:r>
              <a:rPr lang="en-US" dirty="0" err="1">
                <a:solidFill>
                  <a:schemeClr val="bg1"/>
                </a:solidFill>
              </a:rPr>
              <a:t>wordpress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Snake (</a:t>
            </a:r>
            <a:r>
              <a:rPr lang="en-US" dirty="0" err="1">
                <a:solidFill>
                  <a:schemeClr val="bg1"/>
                </a:solidFill>
              </a:rPr>
              <a:t>librairie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conio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C, </a:t>
            </a:r>
            <a:r>
              <a:rPr lang="en-US" dirty="0" err="1">
                <a:solidFill>
                  <a:schemeClr val="bg1"/>
                </a:solidFill>
              </a:rPr>
              <a:t>touche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directionnelles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685E6F4-BCC4-EC13-3E1A-7AAEE0B3C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712" y="2548281"/>
            <a:ext cx="2424251" cy="1751522"/>
          </a:xfrm>
          <a:prstGeom prst="rect">
            <a:avLst/>
          </a:prstGeom>
          <a:effectLst/>
        </p:spPr>
      </p:pic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D4A14A5F-0C7F-E327-F6D0-B3CBA66B1E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917" y="4464065"/>
            <a:ext cx="2627842" cy="1740945"/>
          </a:xfrm>
          <a:prstGeom prst="rect">
            <a:avLst/>
          </a:prstGeom>
          <a:effectLst/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2409B0D-E349-F9B7-7DA6-C70DA4CFE3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701" y="2935421"/>
            <a:ext cx="2627842" cy="288773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26663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2CC57A4-9B9E-6422-6E66-41CCA2B6F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r="-1" b="7982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2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A86B72-CC27-93C2-8EC2-E7EDABC48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EBEBEB"/>
                </a:solidFill>
              </a:rPr>
              <a:t>III. Tableau de </a:t>
            </a:r>
            <a:r>
              <a:rPr lang="en-US" sz="4800" dirty="0" err="1">
                <a:solidFill>
                  <a:srgbClr val="EBEBEB"/>
                </a:solidFill>
              </a:rPr>
              <a:t>synthèse</a:t>
            </a:r>
            <a:endParaRPr lang="en-US" sz="4800" dirty="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592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F4F936-E06B-A321-69F4-72F31EB7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5837" y="332012"/>
            <a:ext cx="4791456" cy="309698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dirty="0"/>
              <a:t>IV. Certifications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484F10F-334C-431A-8E30-B66B496C5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5650A-C58B-34A4-62FC-0D235B97EF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6885" y="647699"/>
            <a:ext cx="3744599" cy="2658666"/>
          </a:xfrm>
          <a:prstGeom prst="rect">
            <a:avLst/>
          </a:prstGeom>
          <a:effectLst/>
        </p:spPr>
      </p:pic>
      <p:sp>
        <p:nvSpPr>
          <p:cNvPr id="38" name="Freeform 31">
            <a:extLst>
              <a:ext uri="{FF2B5EF4-FFF2-40B4-BE49-F238E27FC236}">
                <a16:creationId xmlns:a16="http://schemas.microsoft.com/office/drawing/2014/main" id="{AEA0BB24-2B23-4B19-996F-58DA607EE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DF4DAAE-FB6C-D005-4015-0D984C505E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3606" y="3501360"/>
            <a:ext cx="3771157" cy="265866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4648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99321A-B941-2E56-0B2E-A6D478F23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V. Veille Technologique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2AA730-1C68-B913-F1DC-B822EF9C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1426464"/>
            <a:ext cx="12073128" cy="5431536"/>
          </a:xfrm>
        </p:spPr>
        <p:txBody>
          <a:bodyPr>
            <a:normAutofit/>
          </a:bodyPr>
          <a:lstStyle/>
          <a:p>
            <a:pPr algn="ctr"/>
            <a:r>
              <a:rPr lang="fr-FR" b="1" u="sng" dirty="0"/>
              <a:t>Une veille technologique c’est quoi ?</a:t>
            </a:r>
          </a:p>
          <a:p>
            <a:pPr marL="0" indent="0">
              <a:buNone/>
            </a:pPr>
            <a:r>
              <a:rPr lang="fr-FR" dirty="0"/>
              <a:t>La veille technologique est une activité organisée et continue qui consiste à surveiller les innovations, les nouvelles techniques et les évolutions du marché dans un secteur précis (comme l'informatique ou le développement) -&gt; 1 fois par semaine minimum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B20888-13A2-D38C-D4EB-A023B7BDEB5D}"/>
              </a:ext>
            </a:extLst>
          </p:cNvPr>
          <p:cNvSpPr/>
          <p:nvPr/>
        </p:nvSpPr>
        <p:spPr>
          <a:xfrm>
            <a:off x="1057591" y="3800171"/>
            <a:ext cx="2959608" cy="1110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IA et transformation métier de juriste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A6544D-F898-9B3C-3235-44F00C5AB6C0}"/>
              </a:ext>
            </a:extLst>
          </p:cNvPr>
          <p:cNvSpPr/>
          <p:nvPr/>
        </p:nvSpPr>
        <p:spPr>
          <a:xfrm>
            <a:off x="8174803" y="3814726"/>
            <a:ext cx="2959608" cy="11109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Objets connectés et enjeux de l’utilisation de données sensibles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0753D56-3409-5988-0392-027CC990FAF0}"/>
              </a:ext>
            </a:extLst>
          </p:cNvPr>
          <p:cNvSpPr txBox="1"/>
          <p:nvPr/>
        </p:nvSpPr>
        <p:spPr>
          <a:xfrm>
            <a:off x="-298704" y="5118884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dirty="0"/>
              <a:t>(assistance juridique en voie de disparition et transformation du métier d’expert juridique)</a:t>
            </a:r>
            <a:br>
              <a:rPr lang="fr-FR" dirty="0"/>
            </a:b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71F2828-395B-B34A-A866-AEEC2756816B}"/>
              </a:ext>
            </a:extLst>
          </p:cNvPr>
          <p:cNvSpPr txBox="1"/>
          <p:nvPr/>
        </p:nvSpPr>
        <p:spPr>
          <a:xfrm>
            <a:off x="6397808" y="5118884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u="sng" dirty="0"/>
              <a:t>La loi impose aux </a:t>
            </a:r>
            <a:r>
              <a:rPr lang="fr-FR" u="sng" dirty="0" err="1"/>
              <a:t>fabriquants</a:t>
            </a:r>
            <a:r>
              <a:rPr lang="fr-FR" u="sng" dirty="0"/>
              <a:t> des mises à jour général de vente en fonction de l’évolution technique de leurs (produits </a:t>
            </a:r>
            <a:r>
              <a:rPr lang="fr-FR" u="sng" dirty="0" err="1"/>
              <a:t>déféctueux</a:t>
            </a:r>
            <a:r>
              <a:rPr lang="fr-FR" u="sng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1160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F6F8B9-BE7A-F860-2B0F-B8E46985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VI. Mes Expériences Professionnelles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1B667B-449A-8518-2F1F-7BEF5719F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" y="1380744"/>
            <a:ext cx="12109704" cy="4867655"/>
          </a:xfrm>
        </p:spPr>
        <p:txBody>
          <a:bodyPr>
            <a:normAutofit/>
          </a:bodyPr>
          <a:lstStyle/>
          <a:p>
            <a:r>
              <a:rPr lang="fr-FR" b="1" dirty="0"/>
              <a:t>Stage GHU Paris Psychiatrie et neuroscience (ex Saint-Anne)  -  5 semaines </a:t>
            </a:r>
          </a:p>
          <a:p>
            <a:pPr marL="0" indent="0">
              <a:buNone/>
            </a:pPr>
            <a:r>
              <a:rPr lang="fr-FR" dirty="0"/>
              <a:t>Gestion ticket GLPI, Hardware, Masterisation de machine 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OPCO Mobilités - 5 semaines</a:t>
            </a:r>
          </a:p>
          <a:p>
            <a:pPr marL="0" indent="0">
              <a:buNone/>
            </a:pPr>
            <a:r>
              <a:rPr lang="fr-FR" b="1" dirty="0"/>
              <a:t>Réseau -&gt; </a:t>
            </a:r>
            <a:r>
              <a:rPr lang="fr-FR" dirty="0"/>
              <a:t>Gestion ticket GLPI et JIRA (Technicien Supérieur) , Gestion des permissions d’utilisateurs (Administrateur réseau)</a:t>
            </a:r>
          </a:p>
          <a:p>
            <a:pPr marL="0" indent="0">
              <a:buNone/>
            </a:pPr>
            <a:r>
              <a:rPr lang="fr-FR" b="1" dirty="0"/>
              <a:t>Développement -&gt; </a:t>
            </a:r>
            <a:r>
              <a:rPr lang="fr-FR" dirty="0"/>
              <a:t>Programmation d’une nouvelle fonctionnalité côté développement, Assistance à une équipe </a:t>
            </a:r>
            <a:r>
              <a:rPr lang="fr-FR" dirty="0" err="1"/>
              <a:t>DevOpps</a:t>
            </a:r>
            <a:r>
              <a:rPr lang="fr-FR" dirty="0"/>
              <a:t>, réunion AGILE</a:t>
            </a:r>
            <a:endParaRPr lang="fr-FR" b="1" dirty="0"/>
          </a:p>
          <a:p>
            <a:pPr marL="0" indent="0">
              <a:buNone/>
            </a:pPr>
            <a:r>
              <a:rPr lang="fr-FR" b="1" dirty="0"/>
              <a:t>Cybersécurité -&gt; </a:t>
            </a:r>
            <a:r>
              <a:rPr lang="fr-FR" dirty="0" err="1"/>
              <a:t>Pentest</a:t>
            </a:r>
            <a:r>
              <a:rPr lang="fr-FR" dirty="0"/>
              <a:t> côté défense, attaque (Kali Linux), Vérification des différentes attaques subit par l’entreprise  (via IP, Géolocalisation), Mini jeu lié à la cybersécurité et au </a:t>
            </a:r>
            <a:r>
              <a:rPr lang="fr-FR" dirty="0" err="1"/>
              <a:t>fishing</a:t>
            </a:r>
            <a:r>
              <a:rPr lang="fr-FR" dirty="0"/>
              <a:t>, sensibilisation RGPD via une juriste en RGPD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030058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B48919-A0C4-F7B5-8991-11D73A75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3E08EB-6510-3503-6750-4FA6F3F30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462" y="215451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Cybersécurité -&gt; possibilité, récurrence de la demande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													Merci d’avoir écouté !</a:t>
            </a:r>
          </a:p>
        </p:txBody>
      </p:sp>
    </p:spTree>
    <p:extLst>
      <p:ext uri="{BB962C8B-B14F-4D97-AF65-F5344CB8AC3E}">
        <p14:creationId xmlns:p14="http://schemas.microsoft.com/office/powerpoint/2010/main" val="29339559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464</TotalTime>
  <Words>312</Words>
  <Application>Microsoft Office PowerPoint</Application>
  <PresentationFormat>Grand écran</PresentationFormat>
  <Paragraphs>46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Portfolio</vt:lpstr>
      <vt:lpstr>sommaire</vt:lpstr>
      <vt:lpstr>I. Présentation</vt:lpstr>
      <vt:lpstr>II. Projets réalisés</vt:lpstr>
      <vt:lpstr>III. Tableau de synthèse</vt:lpstr>
      <vt:lpstr>IV. Certifications</vt:lpstr>
      <vt:lpstr>V. Veille Technologique</vt:lpstr>
      <vt:lpstr>VI. Mes Expériences Professionnelles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Ilies IDBAIA</dc:creator>
  <cp:lastModifiedBy>Ilies IDBAIA</cp:lastModifiedBy>
  <cp:revision>7</cp:revision>
  <dcterms:created xsi:type="dcterms:W3CDTF">2026-03-31T11:52:03Z</dcterms:created>
  <dcterms:modified xsi:type="dcterms:W3CDTF">2026-05-10T22:42:26Z</dcterms:modified>
</cp:coreProperties>
</file>